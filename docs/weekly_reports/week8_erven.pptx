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Compute %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64×64</c:v>
                  </c:pt>
                  <c:pt idx="1">
                    <c:v>64×128</c:v>
                  </c:pt>
                  <c:pt idx="2">
                    <c:v>128×256</c:v>
                  </c:pt>
                  <c:pt idx="3">
                    <c:v>256×512</c:v>
                  </c:pt>
                  <c:pt idx="4">
                    <c:v>512×1024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33.9</c:v>
                </c:pt>
                <c:pt idx="1">
                  <c:v>48.9</c:v>
                </c:pt>
                <c:pt idx="2">
                  <c:v>78.5</c:v>
                </c:pt>
                <c:pt idx="3">
                  <c:v>93.4</c:v>
                </c:pt>
                <c:pt idx="4">
                  <c:v>98.2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4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4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BitLinear-FPGA Alpha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C9A7"/>
                </a:solidFill>
              </a:rPr>
              <a:t>Week 8  —  Optimization &amp; Benchmark Automation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487168"/>
            <a:ext cx="32004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83464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98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Automate benchmark in one command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1012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73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Separate setup / compute / readback phases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8561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Analyze HLS unroll trade-offs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Erven Le Bivic  ·  Seoul National University  ·  LLM Core AI  ·  2026-06-25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Week 8  —  Working Artifact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32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Single-command execution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load-bitstream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wait: fpga_manager state=operating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./run_benchmark.sh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./bench_scaling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results_week8.csv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Script checks: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443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fpga_manager state = operating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modprobe u-dma-buf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/dev/udmabuf0/1/2 present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Wraps CSV with timestamp + metadata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32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Board output (ZCU106)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32588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Week 8 Benchmark (timing decomposition) ===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IP ap_ctrl=0x00000004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  K   total  setup  compute readbk  cmp%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64  128    739    253      361    125  48.9%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128  256   1773    253     1391    126  78.5%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256  512   5856    255     5471    130  93.4%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512 1024  22239    262    21845    131  98.2%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8/8 PASS ===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Erven Le Bivic  ·  Seoul National University  ·  LLM Core AI  ·  2026-06-25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Week 8  —  Correctness &amp; Timing Decomposition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</a:rPr>
              <a:t>8 / 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sizes PASS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19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bit-exact vs CPU reference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841248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8961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~253 µs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T_setup (constant)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819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AXI writes + DMA flush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independent of matrix size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841248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8961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~128 µs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T_readback (constant)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819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sync_for_cpu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independent of output size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compute_pct = T_compute / T_total  (grows with matrix size)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816352"/>
          <a:ext cx="8412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Erven Le Bivic  ·  Seoul National University  ·  LLM Core AI  ·  2026-06-25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Week 8  —  HLS Unroll Exploration (Static Analysis)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554480"/>
                <a:gridCol w="1554480"/>
                <a:gridCol w="1005840"/>
                <a:gridCol w="1554480"/>
              </a:tblGrid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Unroll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INNER_LOOP LUT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IP LUT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LUT utilization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Est. GOPS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DDR BW (MB/s)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0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×1  (current)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4 378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1.90 %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0.048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×2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~1 700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~5 228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2.27 %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~0.096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</a:rPr>
                        <a:t>×4  ← recommended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</a:rPr>
                        <a:t>~3 400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</a:rPr>
                        <a:t>~6 928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</a:rPr>
                        <a:t>3.01 %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</a:rPr>
                        <a:t>~0.192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×8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~6 800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~10 328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4.48 %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~0.384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×16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~13 600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~17 128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7.43 %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~0.768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×32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~27 200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~30 728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13.3 %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~1.536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61188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5488" y="36758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LUT headroom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" y="3968496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Even at ×32, utilization &lt; 14 %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LUT budget is not the constraint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361188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01568" y="36758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DDR bottleneck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01568" y="3968496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HP port ~3 GB/s burst → ceiling ~50–60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usable parallel lanes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361188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7648" y="36758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0 DSP used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27648" y="3968496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Ternary {−1, 0, +1} needs no multiplier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Add/sub maps to pure LUT logic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Erven Le Bivic  ·  Seoul National University  ·  LLM Core AI  ·  2026-06-25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9A7"/>
                </a:solidFill>
              </a:rPr>
              <a:t>Week 9  —  What will be demonstrated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ASIC Scaling Note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Explain how the FPGA IP core becomes future ASIC IP.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Compare FPGA limitations vs. ASIC opportunities.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Estimate what changes at ×4 unroll on a larger device.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Architecture Diagram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0954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System diagram: PS ↔ PL ↔ DDR4 data flow.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Annotated with measured latency breakdown.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Final Report Draft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3502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erven_fpga_report_draft.md committed to repo.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Full narrative: Week 1 → Week 9 arc.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880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Demo Video Draft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209544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Short screen recording: board boot → benchmark → CSV.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 live debugging — reproducible from run_benchmark.sh.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Erven Le Bivic  ·  Seoul National University  ·  LLM Core AI  ·  2026-06-25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BitLinear-FPGA Alpha — Week 8</dc:title>
  <dc:subject>PptxGenJS Presentation</dc:subject>
  <dc:creator>Erven Le Bivic</dc:creator>
  <cp:lastModifiedBy>Erven Le Bivic</cp:lastModifiedBy>
  <cp:revision>1</cp:revision>
  <dcterms:created xsi:type="dcterms:W3CDTF">2026-06-23T07:46:20Z</dcterms:created>
  <dcterms:modified xsi:type="dcterms:W3CDTF">2026-06-23T07:46:20Z</dcterms:modified>
</cp:coreProperties>
</file>